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7" r:id="rId4"/>
    <p:sldId id="259"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71DD4A-1030-4B0E-82FB-94BA6699DFE9}" v="12" dt="2026-04-28T23:33:59.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3" d="100"/>
          <a:sy n="13" d="100"/>
        </p:scale>
        <p:origin x="1436" y="11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acham,Cael B" userId="16dd6ec1-4b40-411d-9cd4-ff5e0ad23b8f" providerId="ADAL" clId="{55D0694B-4293-4172-A9D5-12908D914722}"/>
    <pc:docChg chg="undo custSel addSld modSld sldOrd">
      <pc:chgData name="Meacham,Cael B" userId="16dd6ec1-4b40-411d-9cd4-ff5e0ad23b8f" providerId="ADAL" clId="{55D0694B-4293-4172-A9D5-12908D914722}" dt="2026-04-29T01:29:14.304" v="4525" actId="1076"/>
      <pc:docMkLst>
        <pc:docMk/>
      </pc:docMkLst>
      <pc:sldChg chg="addSp delSp modSp mod">
        <pc:chgData name="Meacham,Cael B" userId="16dd6ec1-4b40-411d-9cd4-ff5e0ad23b8f" providerId="ADAL" clId="{55D0694B-4293-4172-A9D5-12908D914722}" dt="2026-04-29T01:29:14.304" v="4525" actId="1076"/>
        <pc:sldMkLst>
          <pc:docMk/>
          <pc:sldMk cId="2328655230" sldId="256"/>
        </pc:sldMkLst>
        <pc:spChg chg="mod">
          <ac:chgData name="Meacham,Cael B" userId="16dd6ec1-4b40-411d-9cd4-ff5e0ad23b8f" providerId="ADAL" clId="{55D0694B-4293-4172-A9D5-12908D914722}" dt="2026-04-23T02:14:59.999" v="722" actId="255"/>
          <ac:spMkLst>
            <pc:docMk/>
            <pc:sldMk cId="2328655230" sldId="256"/>
            <ac:spMk id="2" creationId="{09D51D5F-3EF5-4FA0-8DCD-F5714DD07997}"/>
          </ac:spMkLst>
        </pc:spChg>
        <pc:spChg chg="mod">
          <ac:chgData name="Meacham,Cael B" userId="16dd6ec1-4b40-411d-9cd4-ff5e0ad23b8f" providerId="ADAL" clId="{55D0694B-4293-4172-A9D5-12908D914722}" dt="2026-04-29T01:28:59.530" v="4523" actId="255"/>
          <ac:spMkLst>
            <pc:docMk/>
            <pc:sldMk cId="2328655230" sldId="256"/>
            <ac:spMk id="3" creationId="{DF611C5B-6CA3-41B7-A609-6C0419D56703}"/>
          </ac:spMkLst>
        </pc:spChg>
        <pc:spChg chg="mod">
          <ac:chgData name="Meacham,Cael B" userId="16dd6ec1-4b40-411d-9cd4-ff5e0ad23b8f" providerId="ADAL" clId="{55D0694B-4293-4172-A9D5-12908D914722}" dt="2026-04-23T00:26:09.988" v="88" actId="20577"/>
          <ac:spMkLst>
            <pc:docMk/>
            <pc:sldMk cId="2328655230" sldId="256"/>
            <ac:spMk id="5" creationId="{FD9B4624-6455-4E23-918A-4360F464B107}"/>
          </ac:spMkLst>
        </pc:spChg>
        <pc:spChg chg="mod">
          <ac:chgData name="Meacham,Cael B" userId="16dd6ec1-4b40-411d-9cd4-ff5e0ad23b8f" providerId="ADAL" clId="{55D0694B-4293-4172-A9D5-12908D914722}" dt="2026-04-23T02:15:10.285" v="725" actId="255"/>
          <ac:spMkLst>
            <pc:docMk/>
            <pc:sldMk cId="2328655230" sldId="256"/>
            <ac:spMk id="8" creationId="{081E2E4F-4653-4FC9-8D15-2861B2A72D85}"/>
          </ac:spMkLst>
        </pc:spChg>
        <pc:spChg chg="mod">
          <ac:chgData name="Meacham,Cael B" userId="16dd6ec1-4b40-411d-9cd4-ff5e0ad23b8f" providerId="ADAL" clId="{55D0694B-4293-4172-A9D5-12908D914722}" dt="2026-04-23T02:15:04.498" v="723" actId="1076"/>
          <ac:spMkLst>
            <pc:docMk/>
            <pc:sldMk cId="2328655230" sldId="256"/>
            <ac:spMk id="9" creationId="{AA3C5EF7-7632-426A-B8E7-2222FA83FF74}"/>
          </ac:spMkLst>
        </pc:spChg>
        <pc:spChg chg="mod">
          <ac:chgData name="Meacham,Cael B" userId="16dd6ec1-4b40-411d-9cd4-ff5e0ad23b8f" providerId="ADAL" clId="{55D0694B-4293-4172-A9D5-12908D914722}" dt="2026-04-23T02:14:05.108" v="710" actId="1076"/>
          <ac:spMkLst>
            <pc:docMk/>
            <pc:sldMk cId="2328655230" sldId="256"/>
            <ac:spMk id="10" creationId="{CAB35C23-DD9B-427C-8059-8D581E02AC81}"/>
          </ac:spMkLst>
        </pc:spChg>
        <pc:spChg chg="mod">
          <ac:chgData name="Meacham,Cael B" userId="16dd6ec1-4b40-411d-9cd4-ff5e0ad23b8f" providerId="ADAL" clId="{55D0694B-4293-4172-A9D5-12908D914722}" dt="2026-04-23T02:14:00.275" v="709" actId="14100"/>
          <ac:spMkLst>
            <pc:docMk/>
            <pc:sldMk cId="2328655230" sldId="256"/>
            <ac:spMk id="11" creationId="{A7C99547-1A00-4B68-815A-0772F4529118}"/>
          </ac:spMkLst>
        </pc:spChg>
        <pc:spChg chg="mod">
          <ac:chgData name="Meacham,Cael B" userId="16dd6ec1-4b40-411d-9cd4-ff5e0ad23b8f" providerId="ADAL" clId="{55D0694B-4293-4172-A9D5-12908D914722}" dt="2026-04-29T01:29:14.304" v="4525" actId="1076"/>
          <ac:spMkLst>
            <pc:docMk/>
            <pc:sldMk cId="2328655230" sldId="256"/>
            <ac:spMk id="13" creationId="{E38600CE-F4F2-4F2B-B7DB-2352EBDAE832}"/>
          </ac:spMkLst>
        </pc:spChg>
        <pc:spChg chg="mod">
          <ac:chgData name="Meacham,Cael B" userId="16dd6ec1-4b40-411d-9cd4-ff5e0ad23b8f" providerId="ADAL" clId="{55D0694B-4293-4172-A9D5-12908D914722}" dt="2026-04-29T01:29:08.793" v="4524" actId="1076"/>
          <ac:spMkLst>
            <pc:docMk/>
            <pc:sldMk cId="2328655230" sldId="256"/>
            <ac:spMk id="14" creationId="{3232D8AA-F349-412F-869B-497A22B45618}"/>
          </ac:spMkLst>
        </pc:spChg>
        <pc:picChg chg="add mod ord">
          <ac:chgData name="Meacham,Cael B" userId="16dd6ec1-4b40-411d-9cd4-ff5e0ad23b8f" providerId="ADAL" clId="{55D0694B-4293-4172-A9D5-12908D914722}" dt="2026-04-23T00:39:00.413" v="210" actId="14100"/>
          <ac:picMkLst>
            <pc:docMk/>
            <pc:sldMk cId="2328655230" sldId="256"/>
            <ac:picMk id="23" creationId="{84FC03C0-F74B-B490-1B48-27012DDBDF7F}"/>
          </ac:picMkLst>
        </pc:picChg>
        <pc:picChg chg="add mod ord">
          <ac:chgData name="Meacham,Cael B" userId="16dd6ec1-4b40-411d-9cd4-ff5e0ad23b8f" providerId="ADAL" clId="{55D0694B-4293-4172-A9D5-12908D914722}" dt="2026-04-23T00:38:00.835" v="194" actId="14100"/>
          <ac:picMkLst>
            <pc:docMk/>
            <pc:sldMk cId="2328655230" sldId="256"/>
            <ac:picMk id="26" creationId="{D549669A-0042-DBC6-F6AC-841639D2909D}"/>
          </ac:picMkLst>
        </pc:picChg>
        <pc:picChg chg="add mod ord">
          <ac:chgData name="Meacham,Cael B" userId="16dd6ec1-4b40-411d-9cd4-ff5e0ad23b8f" providerId="ADAL" clId="{55D0694B-4293-4172-A9D5-12908D914722}" dt="2026-04-23T00:38:12.416" v="203" actId="1037"/>
          <ac:picMkLst>
            <pc:docMk/>
            <pc:sldMk cId="2328655230" sldId="256"/>
            <ac:picMk id="30" creationId="{C8098268-7020-DE07-2020-CD8904A40FEA}"/>
          </ac:picMkLst>
        </pc:picChg>
        <pc:picChg chg="add mod">
          <ac:chgData name="Meacham,Cael B" userId="16dd6ec1-4b40-411d-9cd4-ff5e0ad23b8f" providerId="ADAL" clId="{55D0694B-4293-4172-A9D5-12908D914722}" dt="2026-04-23T02:14:20.952" v="714" actId="1076"/>
          <ac:picMkLst>
            <pc:docMk/>
            <pc:sldMk cId="2328655230" sldId="256"/>
            <ac:picMk id="32" creationId="{5C8EF8EA-2F4C-79FB-EEA3-DE60CA6F30E9}"/>
          </ac:picMkLst>
        </pc:picChg>
        <pc:picChg chg="add mod ord">
          <ac:chgData name="Meacham,Cael B" userId="16dd6ec1-4b40-411d-9cd4-ff5e0ad23b8f" providerId="ADAL" clId="{55D0694B-4293-4172-A9D5-12908D914722}" dt="2026-04-23T00:41:07.455" v="212" actId="931"/>
          <ac:picMkLst>
            <pc:docMk/>
            <pc:sldMk cId="2328655230" sldId="256"/>
            <ac:picMk id="36" creationId="{661E7C1A-7E17-76E2-C426-1D09B4B71908}"/>
          </ac:picMkLst>
        </pc:picChg>
      </pc:sldChg>
      <pc:sldChg chg="addSp delSp modSp new mod">
        <pc:chgData name="Meacham,Cael B" userId="16dd6ec1-4b40-411d-9cd4-ff5e0ad23b8f" providerId="ADAL" clId="{55D0694B-4293-4172-A9D5-12908D914722}" dt="2026-04-28T22:24:24.192" v="2570" actId="20577"/>
        <pc:sldMkLst>
          <pc:docMk/>
          <pc:sldMk cId="2753827986" sldId="257"/>
        </pc:sldMkLst>
        <pc:spChg chg="mod">
          <ac:chgData name="Meacham,Cael B" userId="16dd6ec1-4b40-411d-9cd4-ff5e0ad23b8f" providerId="ADAL" clId="{55D0694B-4293-4172-A9D5-12908D914722}" dt="2026-04-28T22:24:24.192" v="2570" actId="20577"/>
          <ac:spMkLst>
            <pc:docMk/>
            <pc:sldMk cId="2753827986" sldId="257"/>
            <ac:spMk id="2" creationId="{D3379529-E97E-F87A-79A7-E93BAA51C2E9}"/>
          </ac:spMkLst>
        </pc:spChg>
        <pc:spChg chg="mod">
          <ac:chgData name="Meacham,Cael B" userId="16dd6ec1-4b40-411d-9cd4-ff5e0ad23b8f" providerId="ADAL" clId="{55D0694B-4293-4172-A9D5-12908D914722}" dt="2026-04-28T22:16:36.896" v="2560" actId="1076"/>
          <ac:spMkLst>
            <pc:docMk/>
            <pc:sldMk cId="2753827986" sldId="257"/>
            <ac:spMk id="5" creationId="{B04E9D49-DB7A-BA42-20B8-DA9E91D524D0}"/>
          </ac:spMkLst>
        </pc:spChg>
        <pc:picChg chg="add mod">
          <ac:chgData name="Meacham,Cael B" userId="16dd6ec1-4b40-411d-9cd4-ff5e0ad23b8f" providerId="ADAL" clId="{55D0694B-4293-4172-A9D5-12908D914722}" dt="2026-04-23T16:36:00.801" v="1511"/>
          <ac:picMkLst>
            <pc:docMk/>
            <pc:sldMk cId="2753827986" sldId="257"/>
            <ac:picMk id="20" creationId="{6F72573A-C7AE-C89D-1D5D-6AF826F64864}"/>
          </ac:picMkLst>
        </pc:picChg>
      </pc:sldChg>
      <pc:sldChg chg="addSp delSp modSp add mod ord">
        <pc:chgData name="Meacham,Cael B" userId="16dd6ec1-4b40-411d-9cd4-ff5e0ad23b8f" providerId="ADAL" clId="{55D0694B-4293-4172-A9D5-12908D914722}" dt="2026-04-28T22:31:22.663" v="2819" actId="20577"/>
        <pc:sldMkLst>
          <pc:docMk/>
          <pc:sldMk cId="1491074122" sldId="258"/>
        </pc:sldMkLst>
        <pc:spChg chg="mod">
          <ac:chgData name="Meacham,Cael B" userId="16dd6ec1-4b40-411d-9cd4-ff5e0ad23b8f" providerId="ADAL" clId="{55D0694B-4293-4172-A9D5-12908D914722}" dt="2026-04-28T22:31:22.663" v="2819" actId="20577"/>
          <ac:spMkLst>
            <pc:docMk/>
            <pc:sldMk cId="1491074122" sldId="258"/>
            <ac:spMk id="2" creationId="{AF28A428-3FD1-252B-CD96-A4BCBF04CFFA}"/>
          </ac:spMkLst>
        </pc:spChg>
        <pc:spChg chg="mod">
          <ac:chgData name="Meacham,Cael B" userId="16dd6ec1-4b40-411d-9cd4-ff5e0ad23b8f" providerId="ADAL" clId="{55D0694B-4293-4172-A9D5-12908D914722}" dt="2026-04-23T16:22:01.440" v="780" actId="1076"/>
          <ac:spMkLst>
            <pc:docMk/>
            <pc:sldMk cId="1491074122" sldId="258"/>
            <ac:spMk id="5" creationId="{A45A3AFB-B077-CE6D-20F9-5827632BD04C}"/>
          </ac:spMkLst>
        </pc:spChg>
        <pc:picChg chg="add mod">
          <ac:chgData name="Meacham,Cael B" userId="16dd6ec1-4b40-411d-9cd4-ff5e0ad23b8f" providerId="ADAL" clId="{55D0694B-4293-4172-A9D5-12908D914722}" dt="2026-04-23T16:35:57.352" v="1510"/>
          <ac:picMkLst>
            <pc:docMk/>
            <pc:sldMk cId="1491074122" sldId="258"/>
            <ac:picMk id="8" creationId="{7BA3B6EB-808C-9836-1437-9C8A15735A4C}"/>
          </ac:picMkLst>
        </pc:picChg>
      </pc:sldChg>
      <pc:sldChg chg="addSp delSp modSp add mod">
        <pc:chgData name="Meacham,Cael B" userId="16dd6ec1-4b40-411d-9cd4-ff5e0ad23b8f" providerId="ADAL" clId="{55D0694B-4293-4172-A9D5-12908D914722}" dt="2026-04-28T23:17:12.869" v="3548" actId="20577"/>
        <pc:sldMkLst>
          <pc:docMk/>
          <pc:sldMk cId="4022486895" sldId="259"/>
        </pc:sldMkLst>
        <pc:spChg chg="mod">
          <ac:chgData name="Meacham,Cael B" userId="16dd6ec1-4b40-411d-9cd4-ff5e0ad23b8f" providerId="ADAL" clId="{55D0694B-4293-4172-A9D5-12908D914722}" dt="2026-04-28T23:17:12.869" v="3548" actId="20577"/>
          <ac:spMkLst>
            <pc:docMk/>
            <pc:sldMk cId="4022486895" sldId="259"/>
            <ac:spMk id="2" creationId="{E1E30C1C-7BBA-5978-D1E8-3A324663B258}"/>
          </ac:spMkLst>
        </pc:spChg>
        <pc:spChg chg="del">
          <ac:chgData name="Meacham,Cael B" userId="16dd6ec1-4b40-411d-9cd4-ff5e0ad23b8f" providerId="ADAL" clId="{55D0694B-4293-4172-A9D5-12908D914722}" dt="2026-04-28T22:15:21.789" v="2552" actId="478"/>
          <ac:spMkLst>
            <pc:docMk/>
            <pc:sldMk cId="4022486895" sldId="259"/>
            <ac:spMk id="3" creationId="{6DF6B027-5458-B498-A91F-E8B279CE0B5A}"/>
          </ac:spMkLst>
        </pc:spChg>
        <pc:spChg chg="del">
          <ac:chgData name="Meacham,Cael B" userId="16dd6ec1-4b40-411d-9cd4-ff5e0ad23b8f" providerId="ADAL" clId="{55D0694B-4293-4172-A9D5-12908D914722}" dt="2026-04-28T22:15:19.752" v="2551" actId="478"/>
          <ac:spMkLst>
            <pc:docMk/>
            <pc:sldMk cId="4022486895" sldId="259"/>
            <ac:spMk id="4" creationId="{FCEDF926-B0B5-6DAE-80E6-19B6C59615D2}"/>
          </ac:spMkLst>
        </pc:spChg>
        <pc:spChg chg="mod">
          <ac:chgData name="Meacham,Cael B" userId="16dd6ec1-4b40-411d-9cd4-ff5e0ad23b8f" providerId="ADAL" clId="{55D0694B-4293-4172-A9D5-12908D914722}" dt="2026-04-23T16:22:18.139" v="793" actId="20577"/>
          <ac:spMkLst>
            <pc:docMk/>
            <pc:sldMk cId="4022486895" sldId="259"/>
            <ac:spMk id="5" creationId="{95E111C3-D912-2962-97C2-D18BE60DE4ED}"/>
          </ac:spMkLst>
        </pc:spChg>
        <pc:spChg chg="del">
          <ac:chgData name="Meacham,Cael B" userId="16dd6ec1-4b40-411d-9cd4-ff5e0ad23b8f" providerId="ADAL" clId="{55D0694B-4293-4172-A9D5-12908D914722}" dt="2026-04-28T22:15:31.986" v="2555" actId="478"/>
          <ac:spMkLst>
            <pc:docMk/>
            <pc:sldMk cId="4022486895" sldId="259"/>
            <ac:spMk id="6" creationId="{745E056F-0068-69EC-F5F3-C0EE1CC90CB2}"/>
          </ac:spMkLst>
        </pc:spChg>
        <pc:spChg chg="del">
          <ac:chgData name="Meacham,Cael B" userId="16dd6ec1-4b40-411d-9cd4-ff5e0ad23b8f" providerId="ADAL" clId="{55D0694B-4293-4172-A9D5-12908D914722}" dt="2026-04-28T22:15:24.930" v="2553" actId="478"/>
          <ac:spMkLst>
            <pc:docMk/>
            <pc:sldMk cId="4022486895" sldId="259"/>
            <ac:spMk id="7" creationId="{70108FC6-657B-9BB1-7EA8-E04ED081632D}"/>
          </ac:spMkLst>
        </pc:spChg>
        <pc:spChg chg="del">
          <ac:chgData name="Meacham,Cael B" userId="16dd6ec1-4b40-411d-9cd4-ff5e0ad23b8f" providerId="ADAL" clId="{55D0694B-4293-4172-A9D5-12908D914722}" dt="2026-04-28T22:15:15.722" v="2550" actId="478"/>
          <ac:spMkLst>
            <pc:docMk/>
            <pc:sldMk cId="4022486895" sldId="259"/>
            <ac:spMk id="12" creationId="{E64A5559-D768-1248-4D71-C7FEB2B38EA9}"/>
          </ac:spMkLst>
        </pc:spChg>
        <pc:spChg chg="add del">
          <ac:chgData name="Meacham,Cael B" userId="16dd6ec1-4b40-411d-9cd4-ff5e0ad23b8f" providerId="ADAL" clId="{55D0694B-4293-4172-A9D5-12908D914722}" dt="2026-04-28T23:14:27.384" v="3261" actId="478"/>
          <ac:spMkLst>
            <pc:docMk/>
            <pc:sldMk cId="4022486895" sldId="259"/>
            <ac:spMk id="14" creationId="{2C1497BD-B671-E71D-7132-35C88B33B5AD}"/>
          </ac:spMkLst>
        </pc:spChg>
        <pc:picChg chg="add mod">
          <ac:chgData name="Meacham,Cael B" userId="16dd6ec1-4b40-411d-9cd4-ff5e0ad23b8f" providerId="ADAL" clId="{55D0694B-4293-4172-A9D5-12908D914722}" dt="2026-04-23T16:36:04.040" v="1512"/>
          <ac:picMkLst>
            <pc:docMk/>
            <pc:sldMk cId="4022486895" sldId="259"/>
            <ac:picMk id="8" creationId="{97116EF2-F03C-0B3D-3990-B662479255EC}"/>
          </ac:picMkLst>
        </pc:picChg>
        <pc:picChg chg="add mod">
          <ac:chgData name="Meacham,Cael B" userId="16dd6ec1-4b40-411d-9cd4-ff5e0ad23b8f" providerId="ADAL" clId="{55D0694B-4293-4172-A9D5-12908D914722}" dt="2026-04-28T22:43:03.481" v="3217" actId="1037"/>
          <ac:picMkLst>
            <pc:docMk/>
            <pc:sldMk cId="4022486895" sldId="259"/>
            <ac:picMk id="9" creationId="{CD1EEC8D-1DFF-3F39-F066-286CE1B043D1}"/>
          </ac:picMkLst>
        </pc:picChg>
        <pc:picChg chg="add mod">
          <ac:chgData name="Meacham,Cael B" userId="16dd6ec1-4b40-411d-9cd4-ff5e0ad23b8f" providerId="ADAL" clId="{55D0694B-4293-4172-A9D5-12908D914722}" dt="2026-04-28T22:43:17.398" v="3220" actId="1076"/>
          <ac:picMkLst>
            <pc:docMk/>
            <pc:sldMk cId="4022486895" sldId="259"/>
            <ac:picMk id="10" creationId="{9FE9E850-0D9F-F7EB-937D-B42B7032425E}"/>
          </ac:picMkLst>
        </pc:picChg>
        <pc:picChg chg="add del mod">
          <ac:chgData name="Meacham,Cael B" userId="16dd6ec1-4b40-411d-9cd4-ff5e0ad23b8f" providerId="ADAL" clId="{55D0694B-4293-4172-A9D5-12908D914722}" dt="2026-04-28T23:14:04.242" v="3258" actId="478"/>
          <ac:picMkLst>
            <pc:docMk/>
            <pc:sldMk cId="4022486895" sldId="259"/>
            <ac:picMk id="11" creationId="{A27EC265-3215-F94D-0D17-C58879A158E5}"/>
          </ac:picMkLst>
        </pc:picChg>
        <pc:picChg chg="add del mod">
          <ac:chgData name="Meacham,Cael B" userId="16dd6ec1-4b40-411d-9cd4-ff5e0ad23b8f" providerId="ADAL" clId="{55D0694B-4293-4172-A9D5-12908D914722}" dt="2026-04-28T23:14:05.331" v="3259" actId="478"/>
          <ac:picMkLst>
            <pc:docMk/>
            <pc:sldMk cId="4022486895" sldId="259"/>
            <ac:picMk id="13" creationId="{AB606109-452E-1573-C51B-8A34F79C59DC}"/>
          </ac:picMkLst>
        </pc:picChg>
        <pc:picChg chg="add mod">
          <ac:chgData name="Meacham,Cael B" userId="16dd6ec1-4b40-411d-9cd4-ff5e0ad23b8f" providerId="ADAL" clId="{55D0694B-4293-4172-A9D5-12908D914722}" dt="2026-04-28T23:15:09.698" v="3266" actId="14100"/>
          <ac:picMkLst>
            <pc:docMk/>
            <pc:sldMk cId="4022486895" sldId="259"/>
            <ac:picMk id="16" creationId="{F5CA7F23-F094-FE16-47C6-57D5299DBFB7}"/>
          </ac:picMkLst>
        </pc:picChg>
        <pc:picChg chg="add mod">
          <ac:chgData name="Meacham,Cael B" userId="16dd6ec1-4b40-411d-9cd4-ff5e0ad23b8f" providerId="ADAL" clId="{55D0694B-4293-4172-A9D5-12908D914722}" dt="2026-04-28T23:16:04.031" v="3270" actId="14100"/>
          <ac:picMkLst>
            <pc:docMk/>
            <pc:sldMk cId="4022486895" sldId="259"/>
            <ac:picMk id="18" creationId="{06C1CD41-22AF-27F8-E025-D152AD378C84}"/>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6D5E66F-9009-47ED-BB8E-E6EE944B4014}"/>
              </a:ext>
            </a:extLst>
          </p:cNvPr>
          <p:cNvSpPr>
            <a:spLocks noGrp="1"/>
          </p:cNvSpPr>
          <p:nvPr>
            <p:ph type="body" sz="quarter" idx="10" hasCustomPrompt="1"/>
          </p:nvPr>
        </p:nvSpPr>
        <p:spPr>
          <a:xfrm>
            <a:off x="914400" y="7543800"/>
            <a:ext cx="10058400" cy="8686800"/>
          </a:xfrm>
        </p:spPr>
        <p:txBody>
          <a:bodyPr/>
          <a:lstStyle>
            <a:lvl1pPr marL="0" indent="0">
              <a:buFont typeface="Arial" panose="020B0604020202020204" pitchFamily="34" charset="0"/>
              <a:buNone/>
              <a:defRPr sz="6600">
                <a:latin typeface="+mn-lt"/>
              </a:defRPr>
            </a:lvl1pPr>
          </a:lstStyle>
          <a:p>
            <a:pPr lvl="0"/>
            <a:r>
              <a:rPr lang="en-US" dirty="0"/>
              <a:t>Add a succinct introduction to the focus of this project.  You should name this section appropriately (Introduction, Problem Statement, </a:t>
            </a:r>
            <a:r>
              <a:rPr lang="en-US" dirty="0" err="1"/>
              <a:t>etc</a:t>
            </a:r>
            <a:r>
              <a:rPr lang="en-US" dirty="0"/>
              <a:t>).  Font size should not be less than 36</a:t>
            </a:r>
          </a:p>
        </p:txBody>
      </p:sp>
      <p:sp>
        <p:nvSpPr>
          <p:cNvPr id="22" name="Text Placeholder 15">
            <a:extLst>
              <a:ext uri="{FF2B5EF4-FFF2-40B4-BE49-F238E27FC236}">
                <a16:creationId xmlns:a16="http://schemas.microsoft.com/office/drawing/2014/main" id="{11ECAA6F-8BF8-47E6-822C-3181D97DA5A4}"/>
              </a:ext>
            </a:extLst>
          </p:cNvPr>
          <p:cNvSpPr>
            <a:spLocks noGrp="1"/>
          </p:cNvSpPr>
          <p:nvPr>
            <p:ph type="body" sz="quarter" idx="12" hasCustomPrompt="1"/>
          </p:nvPr>
        </p:nvSpPr>
        <p:spPr>
          <a:xfrm>
            <a:off x="32918400" y="7543800"/>
            <a:ext cx="10058400" cy="19431000"/>
          </a:xfrm>
        </p:spPr>
        <p:txBody>
          <a:bodyPr/>
          <a:lstStyle>
            <a:lvl1pPr marL="0" indent="0">
              <a:buFont typeface="Arial" panose="020B0604020202020204" pitchFamily="34" charset="0"/>
              <a:buNone/>
              <a:defRPr sz="6600" i="0">
                <a:latin typeface="+mn-lt"/>
              </a:defRPr>
            </a:lvl1pPr>
          </a:lstStyle>
          <a:p>
            <a:pPr lvl="0"/>
            <a:r>
              <a:rPr lang="en-US" dirty="0"/>
              <a:t>Draw conclusions here. Do not just restate your results, but draw new information from them.  Summarize what you learned.</a:t>
            </a:r>
          </a:p>
        </p:txBody>
      </p:sp>
      <p:sp>
        <p:nvSpPr>
          <p:cNvPr id="28" name="Text Placeholder 15">
            <a:extLst>
              <a:ext uri="{FF2B5EF4-FFF2-40B4-BE49-F238E27FC236}">
                <a16:creationId xmlns:a16="http://schemas.microsoft.com/office/drawing/2014/main" id="{74161529-3307-4BDF-8138-E78B39B4B615}"/>
              </a:ext>
            </a:extLst>
          </p:cNvPr>
          <p:cNvSpPr>
            <a:spLocks noGrp="1"/>
          </p:cNvSpPr>
          <p:nvPr>
            <p:ph type="body" sz="quarter" idx="18" hasCustomPrompt="1"/>
          </p:nvPr>
        </p:nvSpPr>
        <p:spPr>
          <a:xfrm>
            <a:off x="11887200" y="7543800"/>
            <a:ext cx="20116800" cy="19431000"/>
          </a:xfrm>
        </p:spPr>
        <p:txBody>
          <a:bodyPr/>
          <a:lstStyle>
            <a:lvl1pPr marL="0" indent="0">
              <a:buFont typeface="Arial" panose="020B0604020202020204" pitchFamily="34" charset="0"/>
              <a:buNone/>
              <a:defRPr sz="6600">
                <a:latin typeface="+mn-lt"/>
              </a:defRPr>
            </a:lvl1pPr>
          </a:lstStyle>
          <a:p>
            <a:pPr lvl="0"/>
            <a:r>
              <a:rPr lang="en-US" dirty="0"/>
              <a:t>Show tables, graphs, charts, </a:t>
            </a:r>
            <a:r>
              <a:rPr lang="en-US" dirty="0" err="1"/>
              <a:t>etc</a:t>
            </a:r>
            <a:r>
              <a:rPr lang="en-US" dirty="0"/>
              <a:t> here.  Keep text sparse.  Captions may have smaller text sizes (don’t go smaller than 18 point).   </a:t>
            </a:r>
          </a:p>
          <a:p>
            <a:pPr lvl="0"/>
            <a:endParaRPr lang="en-US" dirty="0"/>
          </a:p>
        </p:txBody>
      </p:sp>
      <p:sp>
        <p:nvSpPr>
          <p:cNvPr id="2" name="Title 1"/>
          <p:cNvSpPr>
            <a:spLocks noGrp="1"/>
          </p:cNvSpPr>
          <p:nvPr>
            <p:ph type="ctrTitle" hasCustomPrompt="1"/>
          </p:nvPr>
        </p:nvSpPr>
        <p:spPr>
          <a:xfrm>
            <a:off x="4965192" y="669497"/>
            <a:ext cx="33960816" cy="2560320"/>
          </a:xfrm>
        </p:spPr>
        <p:txBody>
          <a:bodyPr anchor="ctr" anchorCtr="0">
            <a:normAutofit/>
          </a:bodyPr>
          <a:lstStyle>
            <a:lvl1pPr algn="ctr">
              <a:defRPr sz="9600">
                <a:solidFill>
                  <a:schemeClr val="bg1"/>
                </a:solidFill>
              </a:defRPr>
            </a:lvl1pPr>
          </a:lstStyle>
          <a:p>
            <a:r>
              <a:rPr lang="en-US" dirty="0"/>
              <a:t>Project title</a:t>
            </a:r>
            <a:br>
              <a:rPr lang="en-US" dirty="0"/>
            </a:br>
            <a:r>
              <a:rPr lang="en-US" dirty="0"/>
              <a:t>Should not exceed 2 lines</a:t>
            </a:r>
          </a:p>
        </p:txBody>
      </p:sp>
      <p:sp>
        <p:nvSpPr>
          <p:cNvPr id="20" name="Text Placeholder 19">
            <a:extLst>
              <a:ext uri="{FF2B5EF4-FFF2-40B4-BE49-F238E27FC236}">
                <a16:creationId xmlns:a16="http://schemas.microsoft.com/office/drawing/2014/main" id="{6176E7FB-5EE2-4130-8605-3413E722BE9F}"/>
              </a:ext>
            </a:extLst>
          </p:cNvPr>
          <p:cNvSpPr>
            <a:spLocks noGrp="1"/>
          </p:cNvSpPr>
          <p:nvPr>
            <p:ph type="body" sz="quarter" idx="11" hasCustomPrompt="1"/>
          </p:nvPr>
        </p:nvSpPr>
        <p:spPr>
          <a:xfrm>
            <a:off x="914400" y="64008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Introduction</a:t>
            </a:r>
          </a:p>
        </p:txBody>
      </p:sp>
      <p:sp>
        <p:nvSpPr>
          <p:cNvPr id="23" name="Text Placeholder 19">
            <a:extLst>
              <a:ext uri="{FF2B5EF4-FFF2-40B4-BE49-F238E27FC236}">
                <a16:creationId xmlns:a16="http://schemas.microsoft.com/office/drawing/2014/main" id="{F4F2A96E-4378-4CF0-B899-C10E83F2ECE8}"/>
              </a:ext>
            </a:extLst>
          </p:cNvPr>
          <p:cNvSpPr>
            <a:spLocks noGrp="1"/>
          </p:cNvSpPr>
          <p:nvPr>
            <p:ph type="body" sz="quarter" idx="13" hasCustomPrompt="1"/>
          </p:nvPr>
        </p:nvSpPr>
        <p:spPr>
          <a:xfrm>
            <a:off x="32918400" y="64008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Conclusion</a:t>
            </a:r>
          </a:p>
        </p:txBody>
      </p:sp>
      <p:sp>
        <p:nvSpPr>
          <p:cNvPr id="24" name="Text Placeholder 15">
            <a:extLst>
              <a:ext uri="{FF2B5EF4-FFF2-40B4-BE49-F238E27FC236}">
                <a16:creationId xmlns:a16="http://schemas.microsoft.com/office/drawing/2014/main" id="{CD32646F-4A35-470F-AFA8-9E40AB71E4D4}"/>
              </a:ext>
            </a:extLst>
          </p:cNvPr>
          <p:cNvSpPr>
            <a:spLocks noGrp="1"/>
          </p:cNvSpPr>
          <p:nvPr>
            <p:ph type="body" sz="quarter" idx="14" hasCustomPrompt="1"/>
          </p:nvPr>
        </p:nvSpPr>
        <p:spPr>
          <a:xfrm>
            <a:off x="914400" y="18288000"/>
            <a:ext cx="10058400" cy="8686800"/>
          </a:xfrm>
        </p:spPr>
        <p:txBody>
          <a:bodyPr/>
          <a:lstStyle>
            <a:lvl1pPr marL="0" indent="0">
              <a:buFont typeface="Arial" panose="020B0604020202020204" pitchFamily="34" charset="0"/>
              <a:buNone/>
              <a:defRPr sz="6600">
                <a:latin typeface="+mn-lt"/>
              </a:defRPr>
            </a:lvl1pPr>
          </a:lstStyle>
          <a:p>
            <a:pPr lvl="0"/>
            <a:r>
              <a:rPr lang="en-US" dirty="0"/>
              <a:t>List tools or methodologies you used; briefly describe your process. </a:t>
            </a:r>
          </a:p>
          <a:p>
            <a:pPr lvl="0"/>
            <a:endParaRPr lang="en-US" dirty="0"/>
          </a:p>
        </p:txBody>
      </p:sp>
      <p:sp>
        <p:nvSpPr>
          <p:cNvPr id="25" name="Text Placeholder 19">
            <a:extLst>
              <a:ext uri="{FF2B5EF4-FFF2-40B4-BE49-F238E27FC236}">
                <a16:creationId xmlns:a16="http://schemas.microsoft.com/office/drawing/2014/main" id="{7606CCBB-CB88-413D-A464-22C730DB7423}"/>
              </a:ext>
            </a:extLst>
          </p:cNvPr>
          <p:cNvSpPr>
            <a:spLocks noGrp="1"/>
          </p:cNvSpPr>
          <p:nvPr>
            <p:ph type="body" sz="quarter" idx="15" hasCustomPrompt="1"/>
          </p:nvPr>
        </p:nvSpPr>
        <p:spPr>
          <a:xfrm>
            <a:off x="914400" y="171450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Materials/Methods</a:t>
            </a:r>
          </a:p>
        </p:txBody>
      </p:sp>
      <p:sp>
        <p:nvSpPr>
          <p:cNvPr id="26" name="Text Placeholder 15">
            <a:extLst>
              <a:ext uri="{FF2B5EF4-FFF2-40B4-BE49-F238E27FC236}">
                <a16:creationId xmlns:a16="http://schemas.microsoft.com/office/drawing/2014/main" id="{A3DED52D-79A8-4AA3-AA78-01A5C4BA7524}"/>
              </a:ext>
            </a:extLst>
          </p:cNvPr>
          <p:cNvSpPr>
            <a:spLocks noGrp="1"/>
          </p:cNvSpPr>
          <p:nvPr>
            <p:ph type="body" sz="quarter" idx="16" hasCustomPrompt="1"/>
          </p:nvPr>
        </p:nvSpPr>
        <p:spPr>
          <a:xfrm>
            <a:off x="914400" y="29032200"/>
            <a:ext cx="20574000" cy="2971800"/>
          </a:xfrm>
        </p:spPr>
        <p:txBody>
          <a:bodyPr>
            <a:normAutofit/>
          </a:bodyPr>
          <a:lstStyle>
            <a:lvl1pPr marL="0" indent="0">
              <a:buFont typeface="Arial" panose="020B0604020202020204" pitchFamily="34" charset="0"/>
              <a:buNone/>
              <a:defRPr sz="6600">
                <a:latin typeface="+mn-lt"/>
              </a:defRPr>
            </a:lvl1pPr>
          </a:lstStyle>
          <a:p>
            <a:pPr lvl="0"/>
            <a:r>
              <a:rPr lang="en-US" dirty="0"/>
              <a:t>List primary resources, links for tools, </a:t>
            </a:r>
            <a:r>
              <a:rPr lang="en-US" dirty="0" err="1"/>
              <a:t>etc</a:t>
            </a:r>
            <a:r>
              <a:rPr lang="en-US" dirty="0"/>
              <a:t> here.  This text can be smaller (as it is not the focus of your poster); do not go smaller than 24 pt. font.</a:t>
            </a:r>
          </a:p>
        </p:txBody>
      </p:sp>
      <p:sp>
        <p:nvSpPr>
          <p:cNvPr id="27" name="Text Placeholder 19">
            <a:extLst>
              <a:ext uri="{FF2B5EF4-FFF2-40B4-BE49-F238E27FC236}">
                <a16:creationId xmlns:a16="http://schemas.microsoft.com/office/drawing/2014/main" id="{B4E0C4AA-0531-4C45-BA36-9C088D53B259}"/>
              </a:ext>
            </a:extLst>
          </p:cNvPr>
          <p:cNvSpPr>
            <a:spLocks noGrp="1"/>
          </p:cNvSpPr>
          <p:nvPr>
            <p:ph type="body" sz="quarter" idx="17" hasCustomPrompt="1"/>
          </p:nvPr>
        </p:nvSpPr>
        <p:spPr>
          <a:xfrm>
            <a:off x="914400" y="27889200"/>
            <a:ext cx="205740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Bibliography, Additional Resources</a:t>
            </a:r>
          </a:p>
        </p:txBody>
      </p:sp>
      <p:sp>
        <p:nvSpPr>
          <p:cNvPr id="29" name="Text Placeholder 19">
            <a:extLst>
              <a:ext uri="{FF2B5EF4-FFF2-40B4-BE49-F238E27FC236}">
                <a16:creationId xmlns:a16="http://schemas.microsoft.com/office/drawing/2014/main" id="{D97286D3-0DCF-458A-BC3C-E861081AAD52}"/>
              </a:ext>
            </a:extLst>
          </p:cNvPr>
          <p:cNvSpPr>
            <a:spLocks noGrp="1"/>
          </p:cNvSpPr>
          <p:nvPr>
            <p:ph type="body" sz="quarter" idx="19" hasCustomPrompt="1"/>
          </p:nvPr>
        </p:nvSpPr>
        <p:spPr>
          <a:xfrm>
            <a:off x="11887200" y="6400800"/>
            <a:ext cx="201168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Results</a:t>
            </a:r>
          </a:p>
        </p:txBody>
      </p:sp>
      <p:sp>
        <p:nvSpPr>
          <p:cNvPr id="30" name="Text Placeholder 15">
            <a:extLst>
              <a:ext uri="{FF2B5EF4-FFF2-40B4-BE49-F238E27FC236}">
                <a16:creationId xmlns:a16="http://schemas.microsoft.com/office/drawing/2014/main" id="{445B09A0-E4B9-499C-AAD0-CFD28A9E7B55}"/>
              </a:ext>
            </a:extLst>
          </p:cNvPr>
          <p:cNvSpPr>
            <a:spLocks noGrp="1"/>
          </p:cNvSpPr>
          <p:nvPr>
            <p:ph type="body" sz="quarter" idx="20" hasCustomPrompt="1"/>
          </p:nvPr>
        </p:nvSpPr>
        <p:spPr>
          <a:xfrm>
            <a:off x="32918400" y="29032200"/>
            <a:ext cx="10058400" cy="2971800"/>
          </a:xfrm>
        </p:spPr>
        <p:txBody>
          <a:bodyPr/>
          <a:lstStyle>
            <a:lvl1pPr marL="0" indent="0">
              <a:buFont typeface="Arial" panose="020B0604020202020204" pitchFamily="34" charset="0"/>
              <a:buNone/>
              <a:defRPr sz="4800">
                <a:latin typeface="+mn-lt"/>
              </a:defRPr>
            </a:lvl1pPr>
          </a:lstStyle>
          <a:p>
            <a:pPr lvl="0"/>
            <a:r>
              <a:rPr lang="en-US" dirty="0"/>
              <a:t>Put repository information here, links to final project (if web hosted), </a:t>
            </a:r>
            <a:r>
              <a:rPr lang="en-US" dirty="0" err="1"/>
              <a:t>etc</a:t>
            </a:r>
            <a:br>
              <a:rPr lang="en-US" dirty="0"/>
            </a:br>
            <a:r>
              <a:rPr lang="en-US" dirty="0"/>
              <a:t>Make </a:t>
            </a:r>
            <a:r>
              <a:rPr lang="en-US" dirty="0" err="1"/>
              <a:t>urls</a:t>
            </a:r>
            <a:r>
              <a:rPr lang="en-US" dirty="0"/>
              <a:t> easy to find (</a:t>
            </a:r>
            <a:r>
              <a:rPr lang="en-US" dirty="0" err="1"/>
              <a:t>url</a:t>
            </a:r>
            <a:r>
              <a:rPr lang="en-US" dirty="0"/>
              <a:t> </a:t>
            </a:r>
            <a:r>
              <a:rPr lang="en-US" dirty="0" err="1"/>
              <a:t>shortener</a:t>
            </a:r>
            <a:r>
              <a:rPr lang="en-US" dirty="0"/>
              <a:t>, </a:t>
            </a:r>
            <a:r>
              <a:rPr lang="en-US" dirty="0" err="1"/>
              <a:t>etc</a:t>
            </a:r>
            <a:r>
              <a:rPr lang="en-US" dirty="0"/>
              <a:t>)</a:t>
            </a:r>
          </a:p>
          <a:p>
            <a:pPr lvl="0"/>
            <a:endParaRPr lang="en-US" dirty="0"/>
          </a:p>
        </p:txBody>
      </p:sp>
      <p:sp>
        <p:nvSpPr>
          <p:cNvPr id="31" name="Text Placeholder 19">
            <a:extLst>
              <a:ext uri="{FF2B5EF4-FFF2-40B4-BE49-F238E27FC236}">
                <a16:creationId xmlns:a16="http://schemas.microsoft.com/office/drawing/2014/main" id="{B6D57FAF-8E5A-4883-A160-305F7FDE5D17}"/>
              </a:ext>
            </a:extLst>
          </p:cNvPr>
          <p:cNvSpPr>
            <a:spLocks noGrp="1"/>
          </p:cNvSpPr>
          <p:nvPr>
            <p:ph type="body" sz="quarter" idx="21" hasCustomPrompt="1"/>
          </p:nvPr>
        </p:nvSpPr>
        <p:spPr>
          <a:xfrm>
            <a:off x="32918400" y="278892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Further Information</a:t>
            </a:r>
          </a:p>
        </p:txBody>
      </p:sp>
      <p:sp>
        <p:nvSpPr>
          <p:cNvPr id="32" name="Text Placeholder 15">
            <a:extLst>
              <a:ext uri="{FF2B5EF4-FFF2-40B4-BE49-F238E27FC236}">
                <a16:creationId xmlns:a16="http://schemas.microsoft.com/office/drawing/2014/main" id="{C7A5DCD1-D6DC-42D4-A4EE-2B1EE7DCCACF}"/>
              </a:ext>
            </a:extLst>
          </p:cNvPr>
          <p:cNvSpPr>
            <a:spLocks noGrp="1"/>
          </p:cNvSpPr>
          <p:nvPr>
            <p:ph type="body" sz="quarter" idx="22" hasCustomPrompt="1"/>
          </p:nvPr>
        </p:nvSpPr>
        <p:spPr>
          <a:xfrm>
            <a:off x="22402800" y="29032200"/>
            <a:ext cx="9601200" cy="2971800"/>
          </a:xfrm>
        </p:spPr>
        <p:txBody>
          <a:bodyPr/>
          <a:lstStyle>
            <a:lvl1pPr marL="0" indent="0">
              <a:buFont typeface="Arial" panose="020B0604020202020204" pitchFamily="34" charset="0"/>
              <a:buNone/>
              <a:defRPr sz="6600">
                <a:latin typeface="+mn-lt"/>
              </a:defRPr>
            </a:lvl1pPr>
          </a:lstStyle>
          <a:p>
            <a:pPr lvl="0"/>
            <a:r>
              <a:rPr lang="en-US" dirty="0"/>
              <a:t>List sponsors, mentors, </a:t>
            </a:r>
            <a:r>
              <a:rPr lang="en-US" dirty="0" err="1"/>
              <a:t>etc</a:t>
            </a:r>
            <a:r>
              <a:rPr lang="en-US" dirty="0"/>
              <a:t> here.</a:t>
            </a:r>
          </a:p>
        </p:txBody>
      </p:sp>
      <p:sp>
        <p:nvSpPr>
          <p:cNvPr id="33" name="Text Placeholder 19">
            <a:extLst>
              <a:ext uri="{FF2B5EF4-FFF2-40B4-BE49-F238E27FC236}">
                <a16:creationId xmlns:a16="http://schemas.microsoft.com/office/drawing/2014/main" id="{D9C3A5D8-588C-42C1-9AAC-5510B78A1128}"/>
              </a:ext>
            </a:extLst>
          </p:cNvPr>
          <p:cNvSpPr>
            <a:spLocks noGrp="1"/>
          </p:cNvSpPr>
          <p:nvPr>
            <p:ph type="body" sz="quarter" idx="23" hasCustomPrompt="1"/>
          </p:nvPr>
        </p:nvSpPr>
        <p:spPr>
          <a:xfrm>
            <a:off x="22402800" y="27889200"/>
            <a:ext cx="96012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Acknowledgements</a:t>
            </a:r>
          </a:p>
        </p:txBody>
      </p:sp>
      <p:pic>
        <p:nvPicPr>
          <p:cNvPr id="1030" name="Picture 6" descr="https://www.nwmissouri.edu/marketing/images/design/logos/N60-2Stack-W.png">
            <a:extLst>
              <a:ext uri="{FF2B5EF4-FFF2-40B4-BE49-F238E27FC236}">
                <a16:creationId xmlns:a16="http://schemas.microsoft.com/office/drawing/2014/main" id="{50547536-0CA8-4774-955F-78103C8DB4F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56360" y="512064"/>
            <a:ext cx="3920693" cy="4434840"/>
          </a:xfrm>
          <a:prstGeom prst="rect">
            <a:avLst/>
          </a:prstGeom>
          <a:noFill/>
          <a:extLst>
            <a:ext uri="{909E8E84-426E-40DD-AFC4-6F175D3DCCD1}">
              <a14:hiddenFill xmlns:a14="http://schemas.microsoft.com/office/drawing/2010/main">
                <a:solidFill>
                  <a:srgbClr val="FFFFFF"/>
                </a:solidFill>
              </a14:hiddenFill>
            </a:ext>
          </a:extLst>
        </p:spPr>
      </p:pic>
      <p:sp>
        <p:nvSpPr>
          <p:cNvPr id="34" name="Content Placeholder 33">
            <a:extLst>
              <a:ext uri="{FF2B5EF4-FFF2-40B4-BE49-F238E27FC236}">
                <a16:creationId xmlns:a16="http://schemas.microsoft.com/office/drawing/2014/main" id="{8C3ECC03-D912-4EB3-A934-2B129A105359}"/>
              </a:ext>
            </a:extLst>
          </p:cNvPr>
          <p:cNvSpPr>
            <a:spLocks noGrp="1"/>
          </p:cNvSpPr>
          <p:nvPr>
            <p:ph sz="quarter" idx="24" hasCustomPrompt="1"/>
          </p:nvPr>
        </p:nvSpPr>
        <p:spPr>
          <a:xfrm>
            <a:off x="512064" y="512064"/>
            <a:ext cx="3941064" cy="4434840"/>
          </a:xfrm>
        </p:spPr>
        <p:txBody>
          <a:bodyPr>
            <a:noAutofit/>
          </a:bodyPr>
          <a:lstStyle>
            <a:lvl1pPr marL="0" indent="0">
              <a:buNone/>
              <a:defRPr sz="5400">
                <a:solidFill>
                  <a:schemeClr val="bg1"/>
                </a:solidFill>
              </a:defRPr>
            </a:lvl1pPr>
          </a:lstStyle>
          <a:p>
            <a:pPr lvl="0"/>
            <a:r>
              <a:rPr lang="en-US" dirty="0"/>
              <a:t>Add additional appropriate graphic/logo here</a:t>
            </a:r>
          </a:p>
        </p:txBody>
      </p:sp>
      <p:sp>
        <p:nvSpPr>
          <p:cNvPr id="4" name="Text Placeholder 3">
            <a:extLst>
              <a:ext uri="{FF2B5EF4-FFF2-40B4-BE49-F238E27FC236}">
                <a16:creationId xmlns:a16="http://schemas.microsoft.com/office/drawing/2014/main" id="{06A0CE0B-3E5B-406F-84FA-B1A1EFDF88DA}"/>
              </a:ext>
            </a:extLst>
          </p:cNvPr>
          <p:cNvSpPr>
            <a:spLocks noGrp="1"/>
          </p:cNvSpPr>
          <p:nvPr>
            <p:ph type="body" sz="quarter" idx="25" hasCustomPrompt="1"/>
          </p:nvPr>
        </p:nvSpPr>
        <p:spPr>
          <a:xfrm>
            <a:off x="4928108" y="3383280"/>
            <a:ext cx="33997392" cy="914400"/>
          </a:xfrm>
        </p:spPr>
        <p:txBody>
          <a:bodyPr>
            <a:noAutofit/>
          </a:bodyPr>
          <a:lstStyle>
            <a:lvl1pPr marL="0" indent="0" algn="ctr">
              <a:buNone/>
              <a:defRPr sz="6000">
                <a:solidFill>
                  <a:schemeClr val="bg1"/>
                </a:solidFill>
              </a:defRPr>
            </a:lvl1pPr>
          </a:lstStyle>
          <a:p>
            <a:pPr lvl="0"/>
            <a:r>
              <a:rPr lang="en-US" dirty="0"/>
              <a:t>Author Name(s)</a:t>
            </a:r>
          </a:p>
        </p:txBody>
      </p:sp>
      <p:sp>
        <p:nvSpPr>
          <p:cNvPr id="35" name="Text Placeholder 3">
            <a:extLst>
              <a:ext uri="{FF2B5EF4-FFF2-40B4-BE49-F238E27FC236}">
                <a16:creationId xmlns:a16="http://schemas.microsoft.com/office/drawing/2014/main" id="{636E0170-FC5D-4E5B-A3B4-847283711DD4}"/>
              </a:ext>
            </a:extLst>
          </p:cNvPr>
          <p:cNvSpPr>
            <a:spLocks noGrp="1"/>
          </p:cNvSpPr>
          <p:nvPr>
            <p:ph type="body" sz="quarter" idx="26" hasCustomPrompt="1"/>
          </p:nvPr>
        </p:nvSpPr>
        <p:spPr>
          <a:xfrm>
            <a:off x="4928108" y="4407408"/>
            <a:ext cx="33997392" cy="914400"/>
          </a:xfrm>
        </p:spPr>
        <p:txBody>
          <a:bodyPr>
            <a:noAutofit/>
          </a:bodyPr>
          <a:lstStyle>
            <a:lvl1pPr marL="0" indent="0" algn="ctr">
              <a:buNone/>
              <a:defRPr sz="6000">
                <a:solidFill>
                  <a:schemeClr val="bg1"/>
                </a:solidFill>
              </a:defRPr>
            </a:lvl1pPr>
          </a:lstStyle>
          <a:p>
            <a:pPr lvl="0"/>
            <a:r>
              <a:rPr lang="en-US" dirty="0"/>
              <a:t>Contact and Affiliations</a:t>
            </a:r>
          </a:p>
        </p:txBody>
      </p:sp>
    </p:spTree>
    <p:extLst>
      <p:ext uri="{BB962C8B-B14F-4D97-AF65-F5344CB8AC3E}">
        <p14:creationId xmlns:p14="http://schemas.microsoft.com/office/powerpoint/2010/main" val="34657405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E695B7AD-C0E4-4106-98F1-A426950388A1}" type="datetimeFigureOut">
              <a:rPr lang="en-US" smtClean="0"/>
              <a:t>4/28/2026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3E4186B7-4AB0-4B70-BB5B-FE2ED47BEC90}" type="slidenum">
              <a:rPr lang="en-US" smtClean="0"/>
              <a:t>‹#›</a:t>
            </a:fld>
            <a:endParaRPr lang="en-US"/>
          </a:p>
        </p:txBody>
      </p:sp>
    </p:spTree>
    <p:extLst>
      <p:ext uri="{BB962C8B-B14F-4D97-AF65-F5344CB8AC3E}">
        <p14:creationId xmlns:p14="http://schemas.microsoft.com/office/powerpoint/2010/main" val="260741206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collegefootballdata.com/"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github.com/Cmeacham27/final_web_min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collegefootballdata.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549669A-0042-DBC6-F6AC-841639D29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9485" y="8154438"/>
            <a:ext cx="11262723" cy="9213888"/>
          </a:xfrm>
          <a:prstGeom prst="rect">
            <a:avLst/>
          </a:prstGeom>
        </p:spPr>
      </p:pic>
      <p:sp>
        <p:nvSpPr>
          <p:cNvPr id="2" name="Text Placeholder 1">
            <a:extLst>
              <a:ext uri="{FF2B5EF4-FFF2-40B4-BE49-F238E27FC236}">
                <a16:creationId xmlns:a16="http://schemas.microsoft.com/office/drawing/2014/main" id="{09D51D5F-3EF5-4FA0-8DCD-F5714DD07997}"/>
              </a:ext>
            </a:extLst>
          </p:cNvPr>
          <p:cNvSpPr>
            <a:spLocks noGrp="1"/>
          </p:cNvSpPr>
          <p:nvPr>
            <p:ph type="body" sz="quarter" idx="10"/>
          </p:nvPr>
        </p:nvSpPr>
        <p:spPr>
          <a:xfrm>
            <a:off x="914400" y="7442200"/>
            <a:ext cx="10058400" cy="8686800"/>
          </a:xfrm>
        </p:spPr>
        <p:txBody>
          <a:bodyPr>
            <a:noAutofit/>
          </a:bodyPr>
          <a:lstStyle/>
          <a:p>
            <a:r>
              <a:rPr lang="en-US" sz="5800" dirty="0"/>
              <a:t>This project uses Python and the CFB Data API to analyze what drives success in the 2025 Power 4 football season. By examining the ACC, Big 12, Big Ten, and SEC, I investigated whether a high-powered offensive or strong and dependent defensive is the primary predictor of winning. The goal was to determine if "defense wins championships" still holds true or if modern offensive efficiency has shifted the advantage toward high-powered offenses.</a:t>
            </a:r>
          </a:p>
        </p:txBody>
      </p:sp>
      <p:sp>
        <p:nvSpPr>
          <p:cNvPr id="3" name="Text Placeholder 2">
            <a:extLst>
              <a:ext uri="{FF2B5EF4-FFF2-40B4-BE49-F238E27FC236}">
                <a16:creationId xmlns:a16="http://schemas.microsoft.com/office/drawing/2014/main" id="{DF611C5B-6CA3-41B7-A609-6C0419D56703}"/>
              </a:ext>
            </a:extLst>
          </p:cNvPr>
          <p:cNvSpPr>
            <a:spLocks noGrp="1"/>
          </p:cNvSpPr>
          <p:nvPr>
            <p:ph type="body" sz="quarter" idx="12"/>
          </p:nvPr>
        </p:nvSpPr>
        <p:spPr/>
        <p:txBody>
          <a:bodyPr>
            <a:noAutofit/>
          </a:bodyPr>
          <a:lstStyle/>
          <a:p>
            <a:r>
              <a:rPr lang="en-US" sz="5800" dirty="0"/>
              <a:t>The best way to determine the usefulness of turnovers is to compare offensive and defensive turnovers. Turnover margin tells us that the more turnovers you cause than give up, the more wins you get, however, the data also shows that it isn’t the main factor in determining wins as the line doesn’t fit the data perfectly. Turnovers play an impactful role in determining wins, however, it is not the most important. The data tells us that defensive efficiency (points per 100 yards allowed) is the most significant variable when it comes to total wins and offensive efficiency is second. Even though offensive output is often seen most in statistics throughout the game, the analysis shows us that defensive efficiency slope is significantly higher than the offensive efficiency slope, telling us that defensive efficiency is more important when it comes to winning games. </a:t>
            </a:r>
          </a:p>
        </p:txBody>
      </p:sp>
      <p:sp>
        <p:nvSpPr>
          <p:cNvPr id="5" name="Title 4">
            <a:extLst>
              <a:ext uri="{FF2B5EF4-FFF2-40B4-BE49-F238E27FC236}">
                <a16:creationId xmlns:a16="http://schemas.microsoft.com/office/drawing/2014/main" id="{FD9B4624-6455-4E23-918A-4360F464B107}"/>
              </a:ext>
            </a:extLst>
          </p:cNvPr>
          <p:cNvSpPr>
            <a:spLocks noGrp="1"/>
          </p:cNvSpPr>
          <p:nvPr>
            <p:ph type="ctrTitle"/>
          </p:nvPr>
        </p:nvSpPr>
        <p:spPr/>
        <p:txBody>
          <a:bodyPr>
            <a:normAutofit fontScale="90000"/>
          </a:bodyPr>
          <a:lstStyle/>
          <a:p>
            <a:r>
              <a:rPr lang="en-US" dirty="0"/>
              <a:t>Is Defense or Offense More Important when it come</a:t>
            </a:r>
            <a:br>
              <a:rPr lang="en-US" dirty="0"/>
            </a:br>
            <a:r>
              <a:rPr lang="en-US" dirty="0"/>
              <a:t>to NCAA Football?</a:t>
            </a:r>
          </a:p>
        </p:txBody>
      </p:sp>
      <p:sp>
        <p:nvSpPr>
          <p:cNvPr id="6" name="Text Placeholder 5">
            <a:extLst>
              <a:ext uri="{FF2B5EF4-FFF2-40B4-BE49-F238E27FC236}">
                <a16:creationId xmlns:a16="http://schemas.microsoft.com/office/drawing/2014/main" id="{3C2C6E8C-A19F-443C-BE21-2667ABA3DB01}"/>
              </a:ext>
            </a:extLst>
          </p:cNvPr>
          <p:cNvSpPr>
            <a:spLocks noGrp="1"/>
          </p:cNvSpPr>
          <p:nvPr>
            <p:ph type="body" sz="quarter" idx="11"/>
          </p:nvPr>
        </p:nvSpPr>
        <p:spPr>
          <a:xfrm>
            <a:off x="914400" y="6057900"/>
            <a:ext cx="10058400" cy="1143000"/>
          </a:xfrm>
        </p:spPr>
        <p:txBody>
          <a:bodyPr/>
          <a:lstStyle/>
          <a:p>
            <a:r>
              <a:rPr lang="en-US" dirty="0"/>
              <a:t>Introduction</a:t>
            </a:r>
          </a:p>
        </p:txBody>
      </p:sp>
      <p:sp>
        <p:nvSpPr>
          <p:cNvPr id="7" name="Text Placeholder 6">
            <a:extLst>
              <a:ext uri="{FF2B5EF4-FFF2-40B4-BE49-F238E27FC236}">
                <a16:creationId xmlns:a16="http://schemas.microsoft.com/office/drawing/2014/main" id="{31F0E864-A8FA-4890-9AA7-9F3E2101A01F}"/>
              </a:ext>
            </a:extLst>
          </p:cNvPr>
          <p:cNvSpPr>
            <a:spLocks noGrp="1"/>
          </p:cNvSpPr>
          <p:nvPr>
            <p:ph type="body" sz="quarter" idx="13"/>
          </p:nvPr>
        </p:nvSpPr>
        <p:spPr>
          <a:xfrm>
            <a:off x="32918400" y="6057900"/>
            <a:ext cx="10058400" cy="1143000"/>
          </a:xfrm>
        </p:spPr>
        <p:txBody>
          <a:bodyPr/>
          <a:lstStyle/>
          <a:p>
            <a:r>
              <a:rPr lang="en-US" dirty="0"/>
              <a:t>Conclusions</a:t>
            </a:r>
          </a:p>
        </p:txBody>
      </p:sp>
      <p:sp>
        <p:nvSpPr>
          <p:cNvPr id="8" name="Text Placeholder 7">
            <a:extLst>
              <a:ext uri="{FF2B5EF4-FFF2-40B4-BE49-F238E27FC236}">
                <a16:creationId xmlns:a16="http://schemas.microsoft.com/office/drawing/2014/main" id="{081E2E4F-4653-4FC9-8D15-2861B2A72D85}"/>
              </a:ext>
            </a:extLst>
          </p:cNvPr>
          <p:cNvSpPr>
            <a:spLocks noGrp="1"/>
          </p:cNvSpPr>
          <p:nvPr>
            <p:ph type="body" sz="quarter" idx="14"/>
          </p:nvPr>
        </p:nvSpPr>
        <p:spPr>
          <a:xfrm>
            <a:off x="1112520" y="21132800"/>
            <a:ext cx="10058400" cy="8686800"/>
          </a:xfrm>
        </p:spPr>
        <p:txBody>
          <a:bodyPr>
            <a:noAutofit/>
          </a:bodyPr>
          <a:lstStyle/>
          <a:p>
            <a:r>
              <a:rPr lang="en-US" sz="5800" dirty="0"/>
              <a:t>I was able to utilize a data science pipeline to retrieve and normalize team statistics and records into Pandas DataFrames. From there, I  created key variables including Net Yards Per Game, and Points per 100 Yards to measure situational efficiency beyond raw yardage. Finally, I applied linear regression modeling and conference-specific boxplots to quantify the correlation between these statistical drivers and total win counts.</a:t>
            </a:r>
          </a:p>
        </p:txBody>
      </p:sp>
      <p:sp>
        <p:nvSpPr>
          <p:cNvPr id="9" name="Text Placeholder 8">
            <a:extLst>
              <a:ext uri="{FF2B5EF4-FFF2-40B4-BE49-F238E27FC236}">
                <a16:creationId xmlns:a16="http://schemas.microsoft.com/office/drawing/2014/main" id="{AA3C5EF7-7632-426A-B8E7-2222FA83FF74}"/>
              </a:ext>
            </a:extLst>
          </p:cNvPr>
          <p:cNvSpPr>
            <a:spLocks noGrp="1"/>
          </p:cNvSpPr>
          <p:nvPr>
            <p:ph type="body" sz="quarter" idx="15"/>
          </p:nvPr>
        </p:nvSpPr>
        <p:spPr>
          <a:xfrm>
            <a:off x="1005840" y="19630879"/>
            <a:ext cx="10058400" cy="1143000"/>
          </a:xfrm>
        </p:spPr>
        <p:txBody>
          <a:bodyPr/>
          <a:lstStyle/>
          <a:p>
            <a:r>
              <a:rPr lang="en-US" dirty="0"/>
              <a:t>Methodology</a:t>
            </a:r>
          </a:p>
        </p:txBody>
      </p:sp>
      <p:sp>
        <p:nvSpPr>
          <p:cNvPr id="10" name="Text Placeholder 9">
            <a:extLst>
              <a:ext uri="{FF2B5EF4-FFF2-40B4-BE49-F238E27FC236}">
                <a16:creationId xmlns:a16="http://schemas.microsoft.com/office/drawing/2014/main" id="{CAB35C23-DD9B-427C-8059-8D581E02AC81}"/>
              </a:ext>
            </a:extLst>
          </p:cNvPr>
          <p:cNvSpPr>
            <a:spLocks noGrp="1"/>
          </p:cNvSpPr>
          <p:nvPr>
            <p:ph type="body" sz="quarter" idx="16"/>
          </p:nvPr>
        </p:nvSpPr>
        <p:spPr>
          <a:xfrm>
            <a:off x="12268200" y="31332218"/>
            <a:ext cx="20574000" cy="1313656"/>
          </a:xfrm>
        </p:spPr>
        <p:txBody>
          <a:bodyPr/>
          <a:lstStyle/>
          <a:p>
            <a:r>
              <a:rPr lang="en-US" dirty="0">
                <a:hlinkClick r:id="rId3"/>
              </a:rPr>
              <a:t>https://collegefootballdata.com/</a:t>
            </a:r>
            <a:r>
              <a:rPr lang="en-US" dirty="0"/>
              <a:t> </a:t>
            </a:r>
          </a:p>
        </p:txBody>
      </p:sp>
      <p:sp>
        <p:nvSpPr>
          <p:cNvPr id="11" name="Text Placeholder 10">
            <a:extLst>
              <a:ext uri="{FF2B5EF4-FFF2-40B4-BE49-F238E27FC236}">
                <a16:creationId xmlns:a16="http://schemas.microsoft.com/office/drawing/2014/main" id="{A7C99547-1A00-4B68-815A-0772F4529118}"/>
              </a:ext>
            </a:extLst>
          </p:cNvPr>
          <p:cNvSpPr>
            <a:spLocks noGrp="1"/>
          </p:cNvSpPr>
          <p:nvPr>
            <p:ph type="body" sz="quarter" idx="17"/>
          </p:nvPr>
        </p:nvSpPr>
        <p:spPr>
          <a:xfrm>
            <a:off x="12268200" y="29359887"/>
            <a:ext cx="19735800" cy="1537237"/>
          </a:xfrm>
        </p:spPr>
        <p:txBody>
          <a:bodyPr/>
          <a:lstStyle/>
          <a:p>
            <a:r>
              <a:rPr lang="en-US" dirty="0"/>
              <a:t>Resources</a:t>
            </a:r>
          </a:p>
        </p:txBody>
      </p:sp>
      <p:sp>
        <p:nvSpPr>
          <p:cNvPr id="12" name="Text Placeholder 11">
            <a:extLst>
              <a:ext uri="{FF2B5EF4-FFF2-40B4-BE49-F238E27FC236}">
                <a16:creationId xmlns:a16="http://schemas.microsoft.com/office/drawing/2014/main" id="{16F2A830-7038-4FAF-A4C6-D9B77B8BC357}"/>
              </a:ext>
            </a:extLst>
          </p:cNvPr>
          <p:cNvSpPr>
            <a:spLocks noGrp="1"/>
          </p:cNvSpPr>
          <p:nvPr>
            <p:ph type="body" sz="quarter" idx="19"/>
          </p:nvPr>
        </p:nvSpPr>
        <p:spPr>
          <a:xfrm>
            <a:off x="11887200" y="6067839"/>
            <a:ext cx="20116800" cy="1143000"/>
          </a:xfrm>
        </p:spPr>
        <p:txBody>
          <a:bodyPr/>
          <a:lstStyle/>
          <a:p>
            <a:r>
              <a:rPr lang="en-US" dirty="0"/>
              <a:t>Results</a:t>
            </a:r>
          </a:p>
        </p:txBody>
      </p:sp>
      <p:sp>
        <p:nvSpPr>
          <p:cNvPr id="13" name="Text Placeholder 12">
            <a:extLst>
              <a:ext uri="{FF2B5EF4-FFF2-40B4-BE49-F238E27FC236}">
                <a16:creationId xmlns:a16="http://schemas.microsoft.com/office/drawing/2014/main" id="{E38600CE-F4F2-4F2B-B7DB-2352EBDAE832}"/>
              </a:ext>
            </a:extLst>
          </p:cNvPr>
          <p:cNvSpPr>
            <a:spLocks noGrp="1"/>
          </p:cNvSpPr>
          <p:nvPr>
            <p:ph type="body" sz="quarter" idx="20"/>
          </p:nvPr>
        </p:nvSpPr>
        <p:spPr>
          <a:xfrm>
            <a:off x="32918400" y="31108515"/>
            <a:ext cx="10058400" cy="1435759"/>
          </a:xfrm>
        </p:spPr>
        <p:txBody>
          <a:bodyPr/>
          <a:lstStyle/>
          <a:p>
            <a:r>
              <a:rPr lang="en-US" dirty="0">
                <a:hlinkClick r:id="rId4"/>
              </a:rPr>
              <a:t>https://github.com/Cmeacham27/final_web_mining</a:t>
            </a:r>
            <a:r>
              <a:rPr lang="en-US" dirty="0"/>
              <a:t> </a:t>
            </a:r>
          </a:p>
        </p:txBody>
      </p:sp>
      <p:sp>
        <p:nvSpPr>
          <p:cNvPr id="14" name="Text Placeholder 13">
            <a:extLst>
              <a:ext uri="{FF2B5EF4-FFF2-40B4-BE49-F238E27FC236}">
                <a16:creationId xmlns:a16="http://schemas.microsoft.com/office/drawing/2014/main" id="{3232D8AA-F349-412F-869B-497A22B45618}"/>
              </a:ext>
            </a:extLst>
          </p:cNvPr>
          <p:cNvSpPr>
            <a:spLocks noGrp="1"/>
          </p:cNvSpPr>
          <p:nvPr>
            <p:ph type="body" sz="quarter" idx="21"/>
          </p:nvPr>
        </p:nvSpPr>
        <p:spPr>
          <a:xfrm>
            <a:off x="32885888" y="29557005"/>
            <a:ext cx="10058400" cy="1143000"/>
          </a:xfrm>
        </p:spPr>
        <p:txBody>
          <a:bodyPr/>
          <a:lstStyle/>
          <a:p>
            <a:r>
              <a:rPr lang="en-US" dirty="0"/>
              <a:t>GitHub Repository</a:t>
            </a:r>
          </a:p>
        </p:txBody>
      </p:sp>
      <p:sp>
        <p:nvSpPr>
          <p:cNvPr id="28" name="TextBox 27">
            <a:extLst>
              <a:ext uri="{FF2B5EF4-FFF2-40B4-BE49-F238E27FC236}">
                <a16:creationId xmlns:a16="http://schemas.microsoft.com/office/drawing/2014/main" id="{17CAB5F6-1089-B573-892C-48B1F57AA420}"/>
              </a:ext>
            </a:extLst>
          </p:cNvPr>
          <p:cNvSpPr txBox="1"/>
          <p:nvPr/>
        </p:nvSpPr>
        <p:spPr>
          <a:xfrm>
            <a:off x="10654748" y="3801269"/>
            <a:ext cx="22263652" cy="1246495"/>
          </a:xfrm>
          <a:prstGeom prst="rect">
            <a:avLst/>
          </a:prstGeom>
          <a:noFill/>
        </p:spPr>
        <p:txBody>
          <a:bodyPr wrap="square" rtlCol="0">
            <a:spAutoFit/>
          </a:bodyPr>
          <a:lstStyle/>
          <a:p>
            <a:pPr algn="ctr"/>
            <a:r>
              <a:rPr lang="en-US" sz="7500" dirty="0">
                <a:solidFill>
                  <a:schemeClr val="bg1"/>
                </a:solidFill>
              </a:rPr>
              <a:t>Cael Meacham</a:t>
            </a:r>
          </a:p>
        </p:txBody>
      </p:sp>
      <p:pic>
        <p:nvPicPr>
          <p:cNvPr id="32" name="Picture 31">
            <a:extLst>
              <a:ext uri="{FF2B5EF4-FFF2-40B4-BE49-F238E27FC236}">
                <a16:creationId xmlns:a16="http://schemas.microsoft.com/office/drawing/2014/main" id="{5C8EF8EA-2F4C-79FB-EEA3-DE60CA6F30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77600" y="17613783"/>
            <a:ext cx="10844608" cy="10552836"/>
          </a:xfrm>
          <a:prstGeom prst="rect">
            <a:avLst/>
          </a:prstGeom>
        </p:spPr>
      </p:pic>
      <p:pic>
        <p:nvPicPr>
          <p:cNvPr id="23" name="Picture 22">
            <a:extLst>
              <a:ext uri="{FF2B5EF4-FFF2-40B4-BE49-F238E27FC236}">
                <a16:creationId xmlns:a16="http://schemas.microsoft.com/office/drawing/2014/main" id="{84FC03C0-F74B-B490-1B48-27012DDBDF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336000" y="17613783"/>
            <a:ext cx="11369040" cy="10552836"/>
          </a:xfrm>
          <a:prstGeom prst="rect">
            <a:avLst/>
          </a:prstGeom>
        </p:spPr>
      </p:pic>
      <p:pic>
        <p:nvPicPr>
          <p:cNvPr id="30" name="Picture 29">
            <a:extLst>
              <a:ext uri="{FF2B5EF4-FFF2-40B4-BE49-F238E27FC236}">
                <a16:creationId xmlns:a16="http://schemas.microsoft.com/office/drawing/2014/main" id="{C8098268-7020-DE07-2020-CD8904A40F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122640" y="8098895"/>
            <a:ext cx="11582400" cy="9324973"/>
          </a:xfrm>
          <a:prstGeom prst="rect">
            <a:avLst/>
          </a:prstGeom>
        </p:spPr>
      </p:pic>
      <p:pic>
        <p:nvPicPr>
          <p:cNvPr id="36" name="Content Placeholder 35">
            <a:extLst>
              <a:ext uri="{FF2B5EF4-FFF2-40B4-BE49-F238E27FC236}">
                <a16:creationId xmlns:a16="http://schemas.microsoft.com/office/drawing/2014/main" id="{661E7C1A-7E17-76E2-C426-1D09B4B71908}"/>
              </a:ext>
            </a:extLst>
          </p:cNvPr>
          <p:cNvPicPr>
            <a:picLocks noGrp="1" noChangeAspect="1"/>
          </p:cNvPicPr>
          <p:nvPr>
            <p:ph sz="quarter" idx="24"/>
          </p:nvPr>
        </p:nvPicPr>
        <p:blipFill>
          <a:blip r:embed="rId8">
            <a:extLst>
              <a:ext uri="{28A0092B-C50C-407E-A947-70E740481C1C}">
                <a14:useLocalDpi xmlns:a14="http://schemas.microsoft.com/office/drawing/2010/main" val="0"/>
              </a:ext>
            </a:extLst>
          </a:blip>
          <a:stretch>
            <a:fillRect/>
          </a:stretch>
        </p:blipFill>
        <p:spPr>
          <a:xfrm>
            <a:off x="512763" y="759619"/>
            <a:ext cx="3940175" cy="3940175"/>
          </a:xfrm>
          <a:prstGeom prst="rect">
            <a:avLst/>
          </a:prstGeom>
        </p:spPr>
      </p:pic>
    </p:spTree>
    <p:extLst>
      <p:ext uri="{BB962C8B-B14F-4D97-AF65-F5344CB8AC3E}">
        <p14:creationId xmlns:p14="http://schemas.microsoft.com/office/powerpoint/2010/main" val="2328655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D3D1F-A6A0-0991-9AA5-6D9D460FF4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F28A428-3FD1-252B-CD96-A4BCBF04CFFA}"/>
              </a:ext>
            </a:extLst>
          </p:cNvPr>
          <p:cNvSpPr>
            <a:spLocks noGrp="1"/>
          </p:cNvSpPr>
          <p:nvPr>
            <p:ph type="body" sz="quarter" idx="10"/>
          </p:nvPr>
        </p:nvSpPr>
        <p:spPr>
          <a:xfrm>
            <a:off x="914400" y="7543800"/>
            <a:ext cx="41376600" cy="23385780"/>
          </a:xfrm>
        </p:spPr>
        <p:txBody>
          <a:bodyPr>
            <a:normAutofit/>
          </a:bodyPr>
          <a:lstStyle/>
          <a:p>
            <a:pPr marL="1143000" indent="-1143000">
              <a:buFont typeface="Arial" panose="020B0604020202020204" pitchFamily="34" charset="0"/>
              <a:buChar char="•"/>
            </a:pPr>
            <a:r>
              <a:rPr lang="en-US" sz="9000" dirty="0"/>
              <a:t>Collected data from </a:t>
            </a:r>
            <a:r>
              <a:rPr lang="en-US" sz="9600" dirty="0">
                <a:hlinkClick r:id="rId2"/>
              </a:rPr>
              <a:t>https://collegefootballdata.com/</a:t>
            </a:r>
            <a:r>
              <a:rPr lang="en-US" sz="9600" dirty="0"/>
              <a:t> </a:t>
            </a:r>
          </a:p>
          <a:p>
            <a:pPr marL="1143000" indent="-1143000">
              <a:buFont typeface="Arial" panose="020B0604020202020204" pitchFamily="34" charset="0"/>
              <a:buChar char="•"/>
            </a:pPr>
            <a:endParaRPr lang="en-US" sz="9600" dirty="0"/>
          </a:p>
          <a:p>
            <a:pPr marL="1143000" indent="-1143000">
              <a:buFont typeface="Arial" panose="020B0604020202020204" pitchFamily="34" charset="0"/>
              <a:buChar char="•"/>
            </a:pPr>
            <a:r>
              <a:rPr lang="en-US" sz="9000" dirty="0"/>
              <a:t>Pulled data using an API key</a:t>
            </a:r>
          </a:p>
          <a:p>
            <a:pPr marL="1143000" indent="-1143000">
              <a:buFont typeface="Arial" panose="020B0604020202020204" pitchFamily="34" charset="0"/>
              <a:buChar char="•"/>
            </a:pPr>
            <a:endParaRPr lang="en-US" sz="9000" dirty="0"/>
          </a:p>
          <a:p>
            <a:pPr marL="1143000" indent="-1143000">
              <a:buFont typeface="Arial" panose="020B0604020202020204" pitchFamily="34" charset="0"/>
              <a:buChar char="•"/>
            </a:pPr>
            <a:r>
              <a:rPr lang="en-US" sz="9000" dirty="0"/>
              <a:t>Used Json to dump the data for offensive and defensive statistics for every team in the 2025 season into 2 files, raw season stats, and raw records</a:t>
            </a:r>
          </a:p>
          <a:p>
            <a:pPr marL="1143000" indent="-1143000">
              <a:buFont typeface="Arial" panose="020B0604020202020204" pitchFamily="34" charset="0"/>
              <a:buChar char="•"/>
            </a:pPr>
            <a:endParaRPr lang="en-US" sz="9000" dirty="0"/>
          </a:p>
          <a:p>
            <a:pPr marL="1143000" indent="-1143000">
              <a:buFont typeface="Arial" panose="020B0604020202020204" pitchFamily="34" charset="0"/>
              <a:buChar char="•"/>
            </a:pPr>
            <a:r>
              <a:rPr lang="en-US" sz="9000" dirty="0"/>
              <a:t>Data Available: player and teams offensive and defensive statistics as well as box scores, betting lines, coaches, conferences, draft picks, play types, weather, etc.</a:t>
            </a:r>
          </a:p>
          <a:p>
            <a:endParaRPr lang="en-US" sz="9000" dirty="0"/>
          </a:p>
        </p:txBody>
      </p:sp>
      <p:sp>
        <p:nvSpPr>
          <p:cNvPr id="5" name="Title 4">
            <a:extLst>
              <a:ext uri="{FF2B5EF4-FFF2-40B4-BE49-F238E27FC236}">
                <a16:creationId xmlns:a16="http://schemas.microsoft.com/office/drawing/2014/main" id="{A45A3AFB-B077-CE6D-20F9-5827632BD04C}"/>
              </a:ext>
            </a:extLst>
          </p:cNvPr>
          <p:cNvSpPr>
            <a:spLocks noGrp="1"/>
          </p:cNvSpPr>
          <p:nvPr>
            <p:ph type="ctrTitle"/>
          </p:nvPr>
        </p:nvSpPr>
        <p:spPr>
          <a:xfrm>
            <a:off x="4965192" y="1988820"/>
            <a:ext cx="33960816" cy="2560320"/>
          </a:xfrm>
        </p:spPr>
        <p:txBody>
          <a:bodyPr/>
          <a:lstStyle/>
          <a:p>
            <a:r>
              <a:rPr lang="en-US" dirty="0"/>
              <a:t>Data Collection and Preparation</a:t>
            </a:r>
          </a:p>
        </p:txBody>
      </p:sp>
      <p:pic>
        <p:nvPicPr>
          <p:cNvPr id="8" name="Content Placeholder 35">
            <a:extLst>
              <a:ext uri="{FF2B5EF4-FFF2-40B4-BE49-F238E27FC236}">
                <a16:creationId xmlns:a16="http://schemas.microsoft.com/office/drawing/2014/main" id="{7BA3B6EB-808C-9836-1437-9C8A15735A4C}"/>
              </a:ext>
            </a:extLst>
          </p:cNvPr>
          <p:cNvPicPr>
            <a:picLocks noGrp="1" noChangeAspect="1"/>
          </p:cNvPicPr>
          <p:nvPr>
            <p:ph sz="quarter" idx="24"/>
          </p:nvPr>
        </p:nvPicPr>
        <p:blipFill>
          <a:blip r:embed="rId3">
            <a:extLst>
              <a:ext uri="{28A0092B-C50C-407E-A947-70E740481C1C}">
                <a14:useLocalDpi xmlns:a14="http://schemas.microsoft.com/office/drawing/2010/main" val="0"/>
              </a:ext>
            </a:extLst>
          </a:blip>
          <a:stretch>
            <a:fillRect/>
          </a:stretch>
        </p:blipFill>
        <p:spPr>
          <a:xfrm>
            <a:off x="512763" y="759619"/>
            <a:ext cx="3940175" cy="3940175"/>
          </a:xfrm>
          <a:prstGeom prst="rect">
            <a:avLst/>
          </a:prstGeom>
        </p:spPr>
      </p:pic>
    </p:spTree>
    <p:extLst>
      <p:ext uri="{BB962C8B-B14F-4D97-AF65-F5344CB8AC3E}">
        <p14:creationId xmlns:p14="http://schemas.microsoft.com/office/powerpoint/2010/main" val="1491074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379529-E97E-F87A-79A7-E93BAA51C2E9}"/>
              </a:ext>
            </a:extLst>
          </p:cNvPr>
          <p:cNvSpPr>
            <a:spLocks noGrp="1"/>
          </p:cNvSpPr>
          <p:nvPr>
            <p:ph type="body" sz="quarter" idx="10"/>
          </p:nvPr>
        </p:nvSpPr>
        <p:spPr>
          <a:xfrm>
            <a:off x="711200" y="7665799"/>
            <a:ext cx="42468800" cy="17586801"/>
          </a:xfrm>
        </p:spPr>
        <p:txBody>
          <a:bodyPr>
            <a:noAutofit/>
          </a:bodyPr>
          <a:lstStyle/>
          <a:p>
            <a:pPr marL="857250" indent="-857250">
              <a:buFont typeface="Arial" panose="020B0604020202020204" pitchFamily="34" charset="0"/>
              <a:buChar char="•"/>
            </a:pPr>
            <a:r>
              <a:rPr lang="en-US" sz="9000" dirty="0"/>
              <a:t>The data was extremely clean, so I did not have to go through any steps to clean the data</a:t>
            </a:r>
          </a:p>
          <a:p>
            <a:pPr marL="857250" indent="-857250">
              <a:buFont typeface="Arial" panose="020B0604020202020204" pitchFamily="34" charset="0"/>
              <a:buChar char="•"/>
            </a:pPr>
            <a:endParaRPr lang="en-US" sz="9000" dirty="0"/>
          </a:p>
          <a:p>
            <a:pPr marL="857250" indent="-857250">
              <a:buFont typeface="Arial" panose="020B0604020202020204" pitchFamily="34" charset="0"/>
              <a:buChar char="•"/>
            </a:pPr>
            <a:r>
              <a:rPr lang="en-US" sz="9000" dirty="0"/>
              <a:t>Variables used: wins, total yards, passing td’s, rushing td’s, games, points, turnovers</a:t>
            </a:r>
          </a:p>
          <a:p>
            <a:pPr marL="857250" indent="-857250">
              <a:buFont typeface="Arial" panose="020B0604020202020204" pitchFamily="34" charset="0"/>
              <a:buChar char="•"/>
            </a:pPr>
            <a:endParaRPr lang="en-US" sz="9000" dirty="0"/>
          </a:p>
          <a:p>
            <a:pPr marL="857250" indent="-857250">
              <a:buFont typeface="Arial" panose="020B0604020202020204" pitchFamily="34" charset="0"/>
              <a:buChar char="•"/>
            </a:pPr>
            <a:r>
              <a:rPr lang="en-US" sz="9000" dirty="0"/>
              <a:t>Variables created: estimated points, points per 100 yards, yards per game, net yards per game, turnover margin</a:t>
            </a:r>
          </a:p>
          <a:p>
            <a:pPr marL="857250" indent="-857250">
              <a:buFont typeface="Arial" panose="020B0604020202020204" pitchFamily="34" charset="0"/>
              <a:buChar char="•"/>
            </a:pPr>
            <a:endParaRPr lang="en-US" sz="9000" dirty="0"/>
          </a:p>
          <a:p>
            <a:pPr marL="857250" indent="-857250">
              <a:buFont typeface="Arial" panose="020B0604020202020204" pitchFamily="34" charset="0"/>
              <a:buChar char="•"/>
            </a:pPr>
            <a:r>
              <a:rPr lang="en-US" sz="9000" dirty="0"/>
              <a:t>Created to make more impactful data, eliminate outlying games</a:t>
            </a:r>
          </a:p>
          <a:p>
            <a:pPr marL="857250" indent="-857250">
              <a:buFont typeface="Arial" panose="020B0604020202020204" pitchFamily="34" charset="0"/>
              <a:buChar char="•"/>
            </a:pPr>
            <a:endParaRPr lang="en-US" sz="9000" dirty="0"/>
          </a:p>
        </p:txBody>
      </p:sp>
      <p:sp>
        <p:nvSpPr>
          <p:cNvPr id="5" name="Title 4">
            <a:extLst>
              <a:ext uri="{FF2B5EF4-FFF2-40B4-BE49-F238E27FC236}">
                <a16:creationId xmlns:a16="http://schemas.microsoft.com/office/drawing/2014/main" id="{B04E9D49-DB7A-BA42-20B8-DA9E91D524D0}"/>
              </a:ext>
            </a:extLst>
          </p:cNvPr>
          <p:cNvSpPr>
            <a:spLocks noGrp="1"/>
          </p:cNvSpPr>
          <p:nvPr>
            <p:ph type="ctrTitle"/>
          </p:nvPr>
        </p:nvSpPr>
        <p:spPr>
          <a:xfrm>
            <a:off x="4965192" y="1988820"/>
            <a:ext cx="33960816" cy="2560320"/>
          </a:xfrm>
        </p:spPr>
        <p:txBody>
          <a:bodyPr/>
          <a:lstStyle/>
          <a:p>
            <a:r>
              <a:rPr lang="en-US" dirty="0"/>
              <a:t>Processing</a:t>
            </a:r>
          </a:p>
        </p:txBody>
      </p:sp>
      <p:pic>
        <p:nvPicPr>
          <p:cNvPr id="20" name="Content Placeholder 35">
            <a:extLst>
              <a:ext uri="{FF2B5EF4-FFF2-40B4-BE49-F238E27FC236}">
                <a16:creationId xmlns:a16="http://schemas.microsoft.com/office/drawing/2014/main" id="{6F72573A-C7AE-C89D-1D5D-6AF826F64864}"/>
              </a:ext>
            </a:extLst>
          </p:cNvPr>
          <p:cNvPicPr>
            <a:picLocks noGrp="1" noChangeAspect="1"/>
          </p:cNvPicPr>
          <p:nvPr>
            <p:ph sz="quarter" idx="24"/>
          </p:nvPr>
        </p:nvPicPr>
        <p:blipFill>
          <a:blip r:embed="rId2">
            <a:extLst>
              <a:ext uri="{28A0092B-C50C-407E-A947-70E740481C1C}">
                <a14:useLocalDpi xmlns:a14="http://schemas.microsoft.com/office/drawing/2010/main" val="0"/>
              </a:ext>
            </a:extLst>
          </a:blip>
          <a:stretch>
            <a:fillRect/>
          </a:stretch>
        </p:blipFill>
        <p:spPr>
          <a:xfrm>
            <a:off x="512763" y="759619"/>
            <a:ext cx="3940175" cy="3940175"/>
          </a:xfrm>
          <a:prstGeom prst="rect">
            <a:avLst/>
          </a:prstGeom>
        </p:spPr>
      </p:pic>
    </p:spTree>
    <p:extLst>
      <p:ext uri="{BB962C8B-B14F-4D97-AF65-F5344CB8AC3E}">
        <p14:creationId xmlns:p14="http://schemas.microsoft.com/office/powerpoint/2010/main" val="2753827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CC96-9AF9-C3DA-F1A2-3109E3CB09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E30C1C-7BBA-5978-D1E8-3A324663B258}"/>
              </a:ext>
            </a:extLst>
          </p:cNvPr>
          <p:cNvSpPr>
            <a:spLocks noGrp="1"/>
          </p:cNvSpPr>
          <p:nvPr>
            <p:ph type="body" sz="quarter" idx="10"/>
          </p:nvPr>
        </p:nvSpPr>
        <p:spPr>
          <a:xfrm>
            <a:off x="858285" y="6273800"/>
            <a:ext cx="41706800" cy="24104600"/>
          </a:xfrm>
        </p:spPr>
        <p:txBody>
          <a:bodyPr/>
          <a:lstStyle/>
          <a:p>
            <a:pPr marL="857250" indent="-857250">
              <a:buFont typeface="Arial" panose="020B0604020202020204" pitchFamily="34" charset="0"/>
              <a:buChar char="•"/>
            </a:pPr>
            <a:r>
              <a:rPr lang="en-US" sz="9000" dirty="0"/>
              <a:t>Scoring efficiency is more important than yards per game</a:t>
            </a:r>
          </a:p>
          <a:p>
            <a:pPr marL="857250" indent="-857250">
              <a:buFont typeface="Arial" panose="020B0604020202020204" pitchFamily="34" charset="0"/>
              <a:buChar char="•"/>
            </a:pPr>
            <a:r>
              <a:rPr lang="en-US" sz="9000" dirty="0"/>
              <a:t>Causing turnovers is slightly less important than giving up turnovers</a:t>
            </a:r>
          </a:p>
          <a:p>
            <a:pPr marL="857250" indent="-857250">
              <a:buFont typeface="Arial" panose="020B0604020202020204" pitchFamily="34" charset="0"/>
              <a:buChar char="•"/>
            </a:pPr>
            <a:r>
              <a:rPr lang="en-US" sz="9000" dirty="0"/>
              <a:t>All conferences averaged around 6 points per 100 yards of offense and gave up around 5 points per 100 yards on defense</a:t>
            </a:r>
          </a:p>
          <a:p>
            <a:pPr marL="857250" indent="-857250">
              <a:buFont typeface="Arial" panose="020B0604020202020204" pitchFamily="34" charset="0"/>
              <a:buChar char="•"/>
            </a:pPr>
            <a:r>
              <a:rPr lang="en-US" sz="9000" dirty="0"/>
              <a:t>Offense and defense are both extremely important when it comes to winning games, but defense is slightly more impactful when it comes to comparing wins and efficiency</a:t>
            </a:r>
          </a:p>
          <a:p>
            <a:pPr marL="857250" indent="-857250">
              <a:buFont typeface="Arial" panose="020B0604020202020204" pitchFamily="34" charset="0"/>
              <a:buChar char="•"/>
            </a:pPr>
            <a:r>
              <a:rPr lang="en-US" sz="9000" dirty="0"/>
              <a:t>Improvements to make: run analysis on redzone efficiency for both offense and defense to determine how well teams can score the ball inside the 20-yard line, run analysis on variables like weather and location to determine if running the ball or passing the ball more can affect overall efficiency and if so, by how much</a:t>
            </a:r>
          </a:p>
          <a:p>
            <a:endParaRPr lang="en-US" dirty="0"/>
          </a:p>
        </p:txBody>
      </p:sp>
      <p:sp>
        <p:nvSpPr>
          <p:cNvPr id="5" name="Title 4">
            <a:extLst>
              <a:ext uri="{FF2B5EF4-FFF2-40B4-BE49-F238E27FC236}">
                <a16:creationId xmlns:a16="http://schemas.microsoft.com/office/drawing/2014/main" id="{95E111C3-D912-2962-97C2-D18BE60DE4ED}"/>
              </a:ext>
            </a:extLst>
          </p:cNvPr>
          <p:cNvSpPr>
            <a:spLocks noGrp="1"/>
          </p:cNvSpPr>
          <p:nvPr>
            <p:ph type="ctrTitle"/>
          </p:nvPr>
        </p:nvSpPr>
        <p:spPr>
          <a:xfrm>
            <a:off x="4965192" y="1988820"/>
            <a:ext cx="33960816" cy="2560320"/>
          </a:xfrm>
        </p:spPr>
        <p:txBody>
          <a:bodyPr/>
          <a:lstStyle/>
          <a:p>
            <a:r>
              <a:rPr lang="en-US" dirty="0"/>
              <a:t>Conclusions</a:t>
            </a:r>
          </a:p>
        </p:txBody>
      </p:sp>
      <p:pic>
        <p:nvPicPr>
          <p:cNvPr id="8" name="Content Placeholder 35">
            <a:extLst>
              <a:ext uri="{FF2B5EF4-FFF2-40B4-BE49-F238E27FC236}">
                <a16:creationId xmlns:a16="http://schemas.microsoft.com/office/drawing/2014/main" id="{97116EF2-F03C-0B3D-3990-B662479255EC}"/>
              </a:ext>
            </a:extLst>
          </p:cNvPr>
          <p:cNvPicPr>
            <a:picLocks noGrp="1" noChangeAspect="1"/>
          </p:cNvPicPr>
          <p:nvPr>
            <p:ph sz="quarter" idx="24"/>
          </p:nvPr>
        </p:nvPicPr>
        <p:blipFill>
          <a:blip r:embed="rId2">
            <a:extLst>
              <a:ext uri="{28A0092B-C50C-407E-A947-70E740481C1C}">
                <a14:useLocalDpi xmlns:a14="http://schemas.microsoft.com/office/drawing/2010/main" val="0"/>
              </a:ext>
            </a:extLst>
          </a:blip>
          <a:stretch>
            <a:fillRect/>
          </a:stretch>
        </p:blipFill>
        <p:spPr>
          <a:xfrm>
            <a:off x="512763" y="759619"/>
            <a:ext cx="3940175" cy="3940175"/>
          </a:xfrm>
          <a:prstGeom prst="rect">
            <a:avLst/>
          </a:prstGeom>
        </p:spPr>
      </p:pic>
      <p:pic>
        <p:nvPicPr>
          <p:cNvPr id="9" name="Picture 8">
            <a:extLst>
              <a:ext uri="{FF2B5EF4-FFF2-40B4-BE49-F238E27FC236}">
                <a16:creationId xmlns:a16="http://schemas.microsoft.com/office/drawing/2014/main" id="{CD1EEC8D-1DFF-3F39-F066-286CE1B04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200" y="22049581"/>
            <a:ext cx="10388706" cy="10109200"/>
          </a:xfrm>
          <a:prstGeom prst="rect">
            <a:avLst/>
          </a:prstGeom>
        </p:spPr>
      </p:pic>
      <p:pic>
        <p:nvPicPr>
          <p:cNvPr id="10" name="Picture 9">
            <a:extLst>
              <a:ext uri="{FF2B5EF4-FFF2-40B4-BE49-F238E27FC236}">
                <a16:creationId xmlns:a16="http://schemas.microsoft.com/office/drawing/2014/main" id="{9FE9E850-0D9F-F7EB-937D-B42B703242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20400" y="22432562"/>
            <a:ext cx="10478489" cy="9726219"/>
          </a:xfrm>
          <a:prstGeom prst="rect">
            <a:avLst/>
          </a:prstGeom>
        </p:spPr>
      </p:pic>
      <p:pic>
        <p:nvPicPr>
          <p:cNvPr id="16" name="Picture 15">
            <a:extLst>
              <a:ext uri="{FF2B5EF4-FFF2-40B4-BE49-F238E27FC236}">
                <a16:creationId xmlns:a16="http://schemas.microsoft.com/office/drawing/2014/main" id="{F5CA7F23-F094-FE16-47C6-57D5299DBF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98889" y="23116377"/>
            <a:ext cx="10972822" cy="9042403"/>
          </a:xfrm>
          <a:prstGeom prst="rect">
            <a:avLst/>
          </a:prstGeom>
        </p:spPr>
      </p:pic>
      <p:pic>
        <p:nvPicPr>
          <p:cNvPr id="18" name="Picture 17">
            <a:extLst>
              <a:ext uri="{FF2B5EF4-FFF2-40B4-BE49-F238E27FC236}">
                <a16:creationId xmlns:a16="http://schemas.microsoft.com/office/drawing/2014/main" id="{06C1CD41-22AF-27F8-E025-D152AD378C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953178" y="23116376"/>
            <a:ext cx="10972822" cy="9042403"/>
          </a:xfrm>
          <a:prstGeom prst="rect">
            <a:avLst/>
          </a:prstGeom>
        </p:spPr>
      </p:pic>
    </p:spTree>
    <p:extLst>
      <p:ext uri="{BB962C8B-B14F-4D97-AF65-F5344CB8AC3E}">
        <p14:creationId xmlns:p14="http://schemas.microsoft.com/office/powerpoint/2010/main" val="4022486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esearch Poster">
      <a:majorFont>
        <a:latin typeface="Helvetica"/>
        <a:ea typeface=""/>
        <a:cs typeface=""/>
      </a:majorFont>
      <a:minorFont>
        <a:latin typeface="Garamon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mple_nw_green" id="{8A0CC076-DF9E-4991-A331-C72B7732392D}" vid="{A32A041A-A5FE-4424-9FAA-80AF5BFF47C9}"/>
    </a:ext>
  </a:extLst>
</a:theme>
</file>

<file path=docMetadata/LabelInfo.xml><?xml version="1.0" encoding="utf-8"?>
<clbl:labelList xmlns:clbl="http://schemas.microsoft.com/office/2020/mipLabelMetadata">
  <clbl:label id="{7335011f-1748-4902-8dee-6f4dac036859}" enabled="0" method="" siteId="{7335011f-1748-4902-8dee-6f4dac036859}" removed="1"/>
</clbl:labelList>
</file>

<file path=docProps/app.xml><?xml version="1.0" encoding="utf-8"?>
<Properties xmlns="http://schemas.openxmlformats.org/officeDocument/2006/extended-properties" xmlns:vt="http://schemas.openxmlformats.org/officeDocument/2006/docPropsVTypes">
  <Template>simple_nw_green</Template>
  <TotalTime>8608</TotalTime>
  <Words>630</Words>
  <Application>Microsoft Office PowerPoint</Application>
  <PresentationFormat>Custom</PresentationFormat>
  <Paragraphs>35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Garamond</vt:lpstr>
      <vt:lpstr>Helvetica</vt:lpstr>
      <vt:lpstr>Office Theme</vt:lpstr>
      <vt:lpstr>Is Defense or Offense More Important when it come to NCAA Football?</vt:lpstr>
      <vt:lpstr>Data Collection and Preparation</vt:lpstr>
      <vt:lpstr>Processing</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Meacham,Cael B</dc:creator>
  <cp:lastModifiedBy>Meacham,Cael B</cp:lastModifiedBy>
  <cp:revision>2</cp:revision>
  <dcterms:created xsi:type="dcterms:W3CDTF">2026-04-22T20:09:02Z</dcterms:created>
  <dcterms:modified xsi:type="dcterms:W3CDTF">2026-04-29T01:29:22Z</dcterms:modified>
</cp:coreProperties>
</file>